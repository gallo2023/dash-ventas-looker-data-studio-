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9" r:id="rId3"/>
    <p:sldId id="261" r:id="rId4"/>
    <p:sldId id="256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60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87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962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149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342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138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209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453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919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461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5993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806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508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959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916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541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01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592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969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89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019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60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3BB72-D191-4E2C-8651-6849DFFBA5F4}" type="datetimeFigureOut">
              <a:rPr lang="es-AR" smtClean="0"/>
              <a:t>28/06/2025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8B19F-82DB-41A2-9D21-4831AF6423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460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DD5CF8-DA4A-4145-BFCA-C4D448F695A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B00F0-62CB-488F-92AA-EE25093F77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94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19" y="979713"/>
            <a:ext cx="7681665" cy="5119109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28" y="2483887"/>
            <a:ext cx="3953814" cy="10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8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9250" y="965915"/>
            <a:ext cx="99296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Fuerte integración productos Google (</a:t>
            </a:r>
            <a:r>
              <a:rPr lang="es-AR" sz="3200" b="1" dirty="0" err="1" smtClean="0">
                <a:solidFill>
                  <a:srgbClr val="FFFF00"/>
                </a:solidFill>
              </a:rPr>
              <a:t>Sheets</a:t>
            </a:r>
            <a:r>
              <a:rPr lang="es-AR" sz="3200" b="1" dirty="0" smtClean="0">
                <a:solidFill>
                  <a:srgbClr val="FFFF00"/>
                </a:solidFill>
              </a:rPr>
              <a:t>, </a:t>
            </a:r>
            <a:r>
              <a:rPr lang="es-AR" sz="3200" b="1" dirty="0" err="1" smtClean="0">
                <a:solidFill>
                  <a:srgbClr val="FFFF00"/>
                </a:solidFill>
              </a:rPr>
              <a:t>Bigquery</a:t>
            </a:r>
            <a:r>
              <a:rPr lang="es-AR" sz="3200" b="1" dirty="0" smtClean="0">
                <a:solidFill>
                  <a:srgbClr val="FFFF00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Fuentes en Tiempo Real.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Transformación de Datos Limitada.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Buena Disponibilidad de Visualizaciones.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Plataforma 100% Web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Curva de Aprendizaje muy Baja (fácil).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Gratis – Escalabilidad Empresarial requiere </a:t>
            </a:r>
            <a:r>
              <a:rPr lang="es-AR" sz="3200" b="1" dirty="0" err="1" smtClean="0">
                <a:solidFill>
                  <a:srgbClr val="FFFF00"/>
                </a:solidFill>
              </a:rPr>
              <a:t>Looker</a:t>
            </a:r>
            <a:r>
              <a:rPr lang="es-AR" sz="3200" b="1" dirty="0" smtClean="0">
                <a:solidFill>
                  <a:srgbClr val="FFFF00"/>
                </a:solidFill>
              </a:rPr>
              <a:t> (pago aparte)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3200" b="1" dirty="0" smtClean="0">
                <a:solidFill>
                  <a:srgbClr val="FFFF00"/>
                </a:solidFill>
              </a:rPr>
              <a:t>Experiencia de Colaboración muy Simple.</a:t>
            </a:r>
            <a:endParaRPr lang="es-AR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30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31C3D9C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9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52</Words>
  <Application>Microsoft Office PowerPoint</Application>
  <PresentationFormat>Panorámica</PresentationFormat>
  <Paragraphs>8</Paragraphs>
  <Slides>3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de Office</vt:lpstr>
      <vt:lpstr>1_Tema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</dc:creator>
  <cp:lastModifiedBy>Gabriel</cp:lastModifiedBy>
  <cp:revision>10</cp:revision>
  <dcterms:created xsi:type="dcterms:W3CDTF">2025-06-29T00:30:21Z</dcterms:created>
  <dcterms:modified xsi:type="dcterms:W3CDTF">2025-06-29T02:33:20Z</dcterms:modified>
</cp:coreProperties>
</file>